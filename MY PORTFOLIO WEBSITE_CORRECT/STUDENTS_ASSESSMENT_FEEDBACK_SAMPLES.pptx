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4" r:id="rId3"/>
    <p:sldId id="265" r:id="rId4"/>
    <p:sldId id="257" r:id="rId5"/>
    <p:sldId id="266" r:id="rId6"/>
    <p:sldId id="267" r:id="rId7"/>
    <p:sldId id="26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4061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0198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274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478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7790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actionable feedback to improve learning outcome and challenge deep thinking.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A2D6E5-2545-43B2-BC8F-7612A2F3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223"/>
            <a:ext cx="12192000" cy="634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9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22D09-FA80-4B40-9BCF-3A0E251B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2593"/>
            <a:ext cx="12192000" cy="579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6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56B9C-75EB-4D4A-8F16-033DBA38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41"/>
            <a:ext cx="12649200" cy="62131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186026-F5F0-482F-B9F4-92CFBE347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435" y="116541"/>
            <a:ext cx="12335435" cy="658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2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7B2D4-494D-41C2-A588-CB2F48F6C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6906"/>
            <a:ext cx="12192000" cy="580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11B49-2736-469E-89E5-135518FB6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7358"/>
            <a:ext cx="12192000" cy="538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0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44075" y="544703"/>
            <a:ext cx="12531035" cy="603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71FCA4-81AB-4D38-B1FE-D8737EC9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185285"/>
            <a:ext cx="11612596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3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B69FC8-6F33-4BEE-BBF6-3A5A8180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618"/>
            <a:ext cx="12192000" cy="521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8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24471F-1596-44A2-B4F8-3D7A94E1B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304364"/>
            <a:ext cx="11145805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17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09C23-17DB-4A66-8CD4-73500BC5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352"/>
            <a:ext cx="12192000" cy="53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2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12</Words>
  <Application>Microsoft Office PowerPoint</Application>
  <PresentationFormat>Widescreen</PresentationFormat>
  <Paragraphs>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Office Theme</vt:lpstr>
      <vt:lpstr>Using actionable feedback to improve learning outcome and challenge deep thinking.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actionable feedback to improve learning outcome and challenge deep thinking</dc:title>
  <dc:creator>zainab ozioko</dc:creator>
  <cp:lastModifiedBy>Paul Ozioko</cp:lastModifiedBy>
  <cp:revision>7</cp:revision>
  <dcterms:modified xsi:type="dcterms:W3CDTF">2026-10-09T23:52:48Z</dcterms:modified>
</cp:coreProperties>
</file>